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Computing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Cloud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Delivery of computing services over the Internet</a:t>
            </a:r>
          </a:p>
          <a:p>
            <a:r>
              <a:t>• Access data and applications from anywhere</a:t>
            </a:r>
          </a:p>
          <a:p>
            <a:r>
              <a:t>• Reduces hardware dependency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Scalability</a:t>
            </a:r>
          </a:p>
          <a:p>
            <a:r>
              <a:t>• Flexibility</a:t>
            </a:r>
          </a:p>
          <a:p>
            <a:r>
              <a:t>• Cost Efficiency</a:t>
            </a:r>
          </a:p>
          <a:p>
            <a:r>
              <a:t>• Easy Accessibility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Service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SaaS – Software as a Service</a:t>
            </a:r>
          </a:p>
          <a:p>
            <a:r>
              <a:t>• PaaS – Platform as a Service</a:t>
            </a:r>
          </a:p>
          <a:p>
            <a:r>
              <a:t>• IaaS – Infrastructure as a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Cloud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Amazon Web Services (AWS)</a:t>
            </a:r>
          </a:p>
          <a:p>
            <a:r>
              <a:t>• Microsoft Azure</a:t>
            </a:r>
          </a:p>
          <a:p>
            <a:r>
              <a:t>• Google Cloud Platform (GCP)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