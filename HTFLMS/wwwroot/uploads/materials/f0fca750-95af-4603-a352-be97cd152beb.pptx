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na Abid" userId="af33c583-802b-4035-ade4-e46c436474dd" providerId="ADAL" clId="{BD9F6129-A33D-4CF2-9879-931872D029FB}"/>
    <pc:docChg chg="custSel modSld">
      <pc:chgData name="Amna Abid" userId="af33c583-802b-4035-ade4-e46c436474dd" providerId="ADAL" clId="{BD9F6129-A33D-4CF2-9879-931872D029FB}" dt="2025-08-11T08:11:50.197" v="168" actId="20577"/>
      <pc:docMkLst>
        <pc:docMk/>
      </pc:docMkLst>
      <pc:sldChg chg="modSp mod">
        <pc:chgData name="Amna Abid" userId="af33c583-802b-4035-ade4-e46c436474dd" providerId="ADAL" clId="{BD9F6129-A33D-4CF2-9879-931872D029FB}" dt="2025-08-11T07:56:24.749" v="19" actId="20577"/>
        <pc:sldMkLst>
          <pc:docMk/>
          <pc:sldMk cId="0" sldId="258"/>
        </pc:sldMkLst>
        <pc:spChg chg="mod">
          <ac:chgData name="Amna Abid" userId="af33c583-802b-4035-ade4-e46c436474dd" providerId="ADAL" clId="{BD9F6129-A33D-4CF2-9879-931872D029FB}" dt="2025-08-11T07:56:24.749" v="19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7:57:14.769" v="39" actId="20577"/>
        <pc:sldMkLst>
          <pc:docMk/>
          <pc:sldMk cId="0" sldId="259"/>
        </pc:sldMkLst>
        <pc:spChg chg="mod">
          <ac:chgData name="Amna Abid" userId="af33c583-802b-4035-ade4-e46c436474dd" providerId="ADAL" clId="{BD9F6129-A33D-4CF2-9879-931872D029FB}" dt="2025-08-11T07:57:14.769" v="39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8:08:21.177" v="61" actId="20577"/>
        <pc:sldMkLst>
          <pc:docMk/>
          <pc:sldMk cId="0" sldId="260"/>
        </pc:sldMkLst>
        <pc:spChg chg="mod">
          <ac:chgData name="Amna Abid" userId="af33c583-802b-4035-ade4-e46c436474dd" providerId="ADAL" clId="{BD9F6129-A33D-4CF2-9879-931872D029FB}" dt="2025-08-11T08:08:21.177" v="61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8:08:48.689" v="80" actId="20577"/>
        <pc:sldMkLst>
          <pc:docMk/>
          <pc:sldMk cId="0" sldId="262"/>
        </pc:sldMkLst>
        <pc:spChg chg="mod">
          <ac:chgData name="Amna Abid" userId="af33c583-802b-4035-ade4-e46c436474dd" providerId="ADAL" clId="{BD9F6129-A33D-4CF2-9879-931872D029FB}" dt="2025-08-11T08:08:48.689" v="80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8:09:22.305" v="100" actId="20577"/>
        <pc:sldMkLst>
          <pc:docMk/>
          <pc:sldMk cId="0" sldId="263"/>
        </pc:sldMkLst>
        <pc:spChg chg="mod">
          <ac:chgData name="Amna Abid" userId="af33c583-802b-4035-ade4-e46c436474dd" providerId="ADAL" clId="{BD9F6129-A33D-4CF2-9879-931872D029FB}" dt="2025-08-11T08:09:22.305" v="100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8:09:56.295" v="122" actId="20577"/>
        <pc:sldMkLst>
          <pc:docMk/>
          <pc:sldMk cId="0" sldId="264"/>
        </pc:sldMkLst>
        <pc:spChg chg="mod">
          <ac:chgData name="Amna Abid" userId="af33c583-802b-4035-ade4-e46c436474dd" providerId="ADAL" clId="{BD9F6129-A33D-4CF2-9879-931872D029FB}" dt="2025-08-11T08:09:56.295" v="122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Amna Abid" userId="af33c583-802b-4035-ade4-e46c436474dd" providerId="ADAL" clId="{BD9F6129-A33D-4CF2-9879-931872D029FB}" dt="2025-08-11T08:10:17.051" v="123" actId="2711"/>
        <pc:sldMkLst>
          <pc:docMk/>
          <pc:sldMk cId="2944079547" sldId="266"/>
        </pc:sldMkLst>
        <pc:spChg chg="mod">
          <ac:chgData name="Amna Abid" userId="af33c583-802b-4035-ade4-e46c436474dd" providerId="ADAL" clId="{BD9F6129-A33D-4CF2-9879-931872D029FB}" dt="2025-08-11T08:10:17.051" v="123" actId="2711"/>
          <ac:spMkLst>
            <pc:docMk/>
            <pc:sldMk cId="2944079547" sldId="266"/>
            <ac:spMk id="2" creationId="{8573D3E5-D5C5-4E75-F695-D780C6235642}"/>
          </ac:spMkLst>
        </pc:spChg>
      </pc:sldChg>
      <pc:sldChg chg="modSp mod">
        <pc:chgData name="Amna Abid" userId="af33c583-802b-4035-ade4-e46c436474dd" providerId="ADAL" clId="{BD9F6129-A33D-4CF2-9879-931872D029FB}" dt="2025-08-11T08:11:23.871" v="154" actId="20577"/>
        <pc:sldMkLst>
          <pc:docMk/>
          <pc:sldMk cId="4046460194" sldId="267"/>
        </pc:sldMkLst>
        <pc:spChg chg="mod">
          <ac:chgData name="Amna Abid" userId="af33c583-802b-4035-ade4-e46c436474dd" providerId="ADAL" clId="{BD9F6129-A33D-4CF2-9879-931872D029FB}" dt="2025-08-11T08:11:23.871" v="154" actId="20577"/>
          <ac:spMkLst>
            <pc:docMk/>
            <pc:sldMk cId="4046460194" sldId="267"/>
            <ac:spMk id="2" creationId="{A537F299-77B1-462A-A9C2-47F44BDB1CC9}"/>
          </ac:spMkLst>
        </pc:spChg>
      </pc:sldChg>
      <pc:sldChg chg="modSp mod">
        <pc:chgData name="Amna Abid" userId="af33c583-802b-4035-ade4-e46c436474dd" providerId="ADAL" clId="{BD9F6129-A33D-4CF2-9879-931872D029FB}" dt="2025-08-11T08:11:50.197" v="168" actId="20577"/>
        <pc:sldMkLst>
          <pc:docMk/>
          <pc:sldMk cId="876157271" sldId="268"/>
        </pc:sldMkLst>
        <pc:spChg chg="mod">
          <ac:chgData name="Amna Abid" userId="af33c583-802b-4035-ade4-e46c436474dd" providerId="ADAL" clId="{BD9F6129-A33D-4CF2-9879-931872D029FB}" dt="2025-08-11T08:11:50.197" v="168" actId="20577"/>
          <ac:spMkLst>
            <pc:docMk/>
            <pc:sldMk cId="876157271" sldId="268"/>
            <ac:spMk id="2" creationId="{921EC076-F1C3-7083-842C-B5F128B56E8C}"/>
          </ac:spMkLst>
        </pc:spChg>
      </pc:sldChg>
    </pc:docChg>
  </pc:docChgLst>
  <pc:docChgLst>
    <pc:chgData name="Amna Abid" userId="S::amna.abid@hcc-me.com::af33c583-802b-4035-ade4-e46c436474dd" providerId="AD" clId="Web-{E410E69E-2296-B4F0-69DC-C11AF590ACAC}"/>
    <pc:docChg chg="addSld delSld modSld">
      <pc:chgData name="Amna Abid" userId="S::amna.abid@hcc-me.com::af33c583-802b-4035-ade4-e46c436474dd" providerId="AD" clId="Web-{E410E69E-2296-B4F0-69DC-C11AF590ACAC}" dt="2025-07-25T08:54:24.430" v="55" actId="20577"/>
      <pc:docMkLst>
        <pc:docMk/>
      </pc:docMkLst>
      <pc:sldChg chg="del">
        <pc:chgData name="Amna Abid" userId="S::amna.abid@hcc-me.com::af33c583-802b-4035-ade4-e46c436474dd" providerId="AD" clId="Web-{E410E69E-2296-B4F0-69DC-C11AF590ACAC}" dt="2025-07-25T08:45:43.519" v="6"/>
        <pc:sldMkLst>
          <pc:docMk/>
          <pc:sldMk cId="0" sldId="257"/>
        </pc:sldMkLst>
      </pc:sldChg>
      <pc:sldChg chg="modSp">
        <pc:chgData name="Amna Abid" userId="S::amna.abid@hcc-me.com::af33c583-802b-4035-ade4-e46c436474dd" providerId="AD" clId="Web-{E410E69E-2296-B4F0-69DC-C11AF590ACAC}" dt="2025-07-25T08:45:49.800" v="7" actId="20577"/>
        <pc:sldMkLst>
          <pc:docMk/>
          <pc:sldMk cId="0" sldId="258"/>
        </pc:sldMkLst>
        <pc:spChg chg="mod">
          <ac:chgData name="Amna Abid" userId="S::amna.abid@hcc-me.com::af33c583-802b-4035-ade4-e46c436474dd" providerId="AD" clId="Web-{E410E69E-2296-B4F0-69DC-C11AF590ACAC}" dt="2025-07-25T08:45:49.800" v="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mna Abid" userId="S::amna.abid@hcc-me.com::af33c583-802b-4035-ade4-e46c436474dd" providerId="AD" clId="Web-{E410E69E-2296-B4F0-69DC-C11AF590ACAC}" dt="2025-07-25T08:45:41.190" v="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mna Abid" userId="S::amna.abid@hcc-me.com::af33c583-802b-4035-ade4-e46c436474dd" providerId="AD" clId="Web-{E410E69E-2296-B4F0-69DC-C11AF590ACAC}" dt="2025-07-25T08:20:54.248" v="1" actId="20577"/>
        <pc:sldMkLst>
          <pc:docMk/>
          <pc:sldMk cId="0" sldId="261"/>
        </pc:sldMkLst>
      </pc:sldChg>
      <pc:sldChg chg="modSp">
        <pc:chgData name="Amna Abid" userId="S::amna.abid@hcc-me.com::af33c583-802b-4035-ade4-e46c436474dd" providerId="AD" clId="Web-{E410E69E-2296-B4F0-69DC-C11AF590ACAC}" dt="2025-07-25T08:46:23.178" v="12" actId="20577"/>
        <pc:sldMkLst>
          <pc:docMk/>
          <pc:sldMk cId="0" sldId="263"/>
        </pc:sldMkLst>
        <pc:spChg chg="mod">
          <ac:chgData name="Amna Abid" userId="S::amna.abid@hcc-me.com::af33c583-802b-4035-ade4-e46c436474dd" providerId="AD" clId="Web-{E410E69E-2296-B4F0-69DC-C11AF590ACAC}" dt="2025-07-25T08:46:23.178" v="1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mna Abid" userId="S::amna.abid@hcc-me.com::af33c583-802b-4035-ade4-e46c436474dd" providerId="AD" clId="Web-{E410E69E-2296-B4F0-69DC-C11AF590ACAC}" dt="2025-07-25T08:46:22.553" v="1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Amna Abid" userId="S::amna.abid@hcc-me.com::af33c583-802b-4035-ade4-e46c436474dd" providerId="AD" clId="Web-{E410E69E-2296-B4F0-69DC-C11AF590ACAC}" dt="2025-07-25T08:47:22.463" v="16" actId="20577"/>
        <pc:sldMkLst>
          <pc:docMk/>
          <pc:sldMk cId="0" sldId="264"/>
        </pc:sldMkLst>
        <pc:spChg chg="mod">
          <ac:chgData name="Amna Abid" userId="S::amna.abid@hcc-me.com::af33c583-802b-4035-ade4-e46c436474dd" providerId="AD" clId="Web-{E410E69E-2296-B4F0-69DC-C11AF590ACAC}" dt="2025-07-25T08:47:22.463" v="16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Amna Abid" userId="S::amna.abid@hcc-me.com::af33c583-802b-4035-ade4-e46c436474dd" providerId="AD" clId="Web-{E410E69E-2296-B4F0-69DC-C11AF590ACAC}" dt="2025-07-25T08:21:01.795" v="2" actId="20577"/>
        <pc:sldMkLst>
          <pc:docMk/>
          <pc:sldMk cId="1958643561" sldId="265"/>
        </pc:sldMkLst>
      </pc:sldChg>
      <pc:sldChg chg="modSp new">
        <pc:chgData name="Amna Abid" userId="S::amna.abid@hcc-me.com::af33c583-802b-4035-ade4-e46c436474dd" providerId="AD" clId="Web-{E410E69E-2296-B4F0-69DC-C11AF590ACAC}" dt="2025-07-25T08:50:11.975" v="31" actId="20577"/>
        <pc:sldMkLst>
          <pc:docMk/>
          <pc:sldMk cId="2944079547" sldId="266"/>
        </pc:sldMkLst>
        <pc:spChg chg="mod">
          <ac:chgData name="Amna Abid" userId="S::amna.abid@hcc-me.com::af33c583-802b-4035-ade4-e46c436474dd" providerId="AD" clId="Web-{E410E69E-2296-B4F0-69DC-C11AF590ACAC}" dt="2025-07-25T08:49:57.317" v="23" actId="20577"/>
          <ac:spMkLst>
            <pc:docMk/>
            <pc:sldMk cId="2944079547" sldId="266"/>
            <ac:spMk id="2" creationId="{8573D3E5-D5C5-4E75-F695-D780C6235642}"/>
          </ac:spMkLst>
        </pc:spChg>
        <pc:spChg chg="mod">
          <ac:chgData name="Amna Abid" userId="S::amna.abid@hcc-me.com::af33c583-802b-4035-ade4-e46c436474dd" providerId="AD" clId="Web-{E410E69E-2296-B4F0-69DC-C11AF590ACAC}" dt="2025-07-25T08:50:11.975" v="31" actId="20577"/>
          <ac:spMkLst>
            <pc:docMk/>
            <pc:sldMk cId="2944079547" sldId="266"/>
            <ac:spMk id="3" creationId="{7275F6F9-80BF-DCB8-0300-50C356C0739E}"/>
          </ac:spMkLst>
        </pc:spChg>
      </pc:sldChg>
      <pc:sldChg chg="modSp new">
        <pc:chgData name="Amna Abid" userId="S::amna.abid@hcc-me.com::af33c583-802b-4035-ade4-e46c436474dd" providerId="AD" clId="Web-{E410E69E-2296-B4F0-69DC-C11AF590ACAC}" dt="2025-07-25T08:52:58.189" v="35" actId="20577"/>
        <pc:sldMkLst>
          <pc:docMk/>
          <pc:sldMk cId="4046460194" sldId="267"/>
        </pc:sldMkLst>
        <pc:spChg chg="mod">
          <ac:chgData name="Amna Abid" userId="S::amna.abid@hcc-me.com::af33c583-802b-4035-ade4-e46c436474dd" providerId="AD" clId="Web-{E410E69E-2296-B4F0-69DC-C11AF590ACAC}" dt="2025-07-25T08:50:38.508" v="33" actId="20577"/>
          <ac:spMkLst>
            <pc:docMk/>
            <pc:sldMk cId="4046460194" sldId="267"/>
            <ac:spMk id="2" creationId="{A537F299-77B1-462A-A9C2-47F44BDB1CC9}"/>
          </ac:spMkLst>
        </pc:spChg>
        <pc:spChg chg="mod">
          <ac:chgData name="Amna Abid" userId="S::amna.abid@hcc-me.com::af33c583-802b-4035-ade4-e46c436474dd" providerId="AD" clId="Web-{E410E69E-2296-B4F0-69DC-C11AF590ACAC}" dt="2025-07-25T08:52:58.189" v="35" actId="20577"/>
          <ac:spMkLst>
            <pc:docMk/>
            <pc:sldMk cId="4046460194" sldId="267"/>
            <ac:spMk id="3" creationId="{EA19A3FB-E368-F314-6B4C-C70E4FD89A71}"/>
          </ac:spMkLst>
        </pc:spChg>
      </pc:sldChg>
      <pc:sldChg chg="modSp new">
        <pc:chgData name="Amna Abid" userId="S::amna.abid@hcc-me.com::af33c583-802b-4035-ade4-e46c436474dd" providerId="AD" clId="Web-{E410E69E-2296-B4F0-69DC-C11AF590ACAC}" dt="2025-07-25T08:53:32.067" v="41" actId="20577"/>
        <pc:sldMkLst>
          <pc:docMk/>
          <pc:sldMk cId="876157271" sldId="268"/>
        </pc:sldMkLst>
        <pc:spChg chg="mod">
          <ac:chgData name="Amna Abid" userId="S::amna.abid@hcc-me.com::af33c583-802b-4035-ade4-e46c436474dd" providerId="AD" clId="Web-{E410E69E-2296-B4F0-69DC-C11AF590ACAC}" dt="2025-07-25T08:53:32.067" v="41" actId="20577"/>
          <ac:spMkLst>
            <pc:docMk/>
            <pc:sldMk cId="876157271" sldId="268"/>
            <ac:spMk id="2" creationId="{921EC076-F1C3-7083-842C-B5F128B56E8C}"/>
          </ac:spMkLst>
        </pc:spChg>
        <pc:spChg chg="mod">
          <ac:chgData name="Amna Abid" userId="S::amna.abid@hcc-me.com::af33c583-802b-4035-ade4-e46c436474dd" providerId="AD" clId="Web-{E410E69E-2296-B4F0-69DC-C11AF590ACAC}" dt="2025-07-25T08:53:15.550" v="39" actId="20577"/>
          <ac:spMkLst>
            <pc:docMk/>
            <pc:sldMk cId="876157271" sldId="268"/>
            <ac:spMk id="3" creationId="{C6DF0428-0D9C-CC16-ED2B-98882825425F}"/>
          </ac:spMkLst>
        </pc:spChg>
      </pc:sldChg>
      <pc:sldChg chg="modSp new">
        <pc:chgData name="Amna Abid" userId="S::amna.abid@hcc-me.com::af33c583-802b-4035-ade4-e46c436474dd" providerId="AD" clId="Web-{E410E69E-2296-B4F0-69DC-C11AF590ACAC}" dt="2025-07-25T08:54:08.819" v="48" actId="20577"/>
        <pc:sldMkLst>
          <pc:docMk/>
          <pc:sldMk cId="2220261834" sldId="269"/>
        </pc:sldMkLst>
        <pc:spChg chg="mod">
          <ac:chgData name="Amna Abid" userId="S::amna.abid@hcc-me.com::af33c583-802b-4035-ade4-e46c436474dd" providerId="AD" clId="Web-{E410E69E-2296-B4F0-69DC-C11AF590ACAC}" dt="2025-07-25T08:54:08.819" v="48" actId="20577"/>
          <ac:spMkLst>
            <pc:docMk/>
            <pc:sldMk cId="2220261834" sldId="269"/>
            <ac:spMk id="2" creationId="{B7E50C77-22BD-034C-94E6-BF65A5781D41}"/>
          </ac:spMkLst>
        </pc:spChg>
        <pc:spChg chg="mod">
          <ac:chgData name="Amna Abid" userId="S::amna.abid@hcc-me.com::af33c583-802b-4035-ade4-e46c436474dd" providerId="AD" clId="Web-{E410E69E-2296-B4F0-69DC-C11AF590ACAC}" dt="2025-07-25T08:53:58.256" v="46" actId="20577"/>
          <ac:spMkLst>
            <pc:docMk/>
            <pc:sldMk cId="2220261834" sldId="269"/>
            <ac:spMk id="3" creationId="{34A258EB-A26B-3EDF-46AA-5D10D6BE2FCE}"/>
          </ac:spMkLst>
        </pc:spChg>
      </pc:sldChg>
      <pc:sldChg chg="modSp new">
        <pc:chgData name="Amna Abid" userId="S::amna.abid@hcc-me.com::af33c583-802b-4035-ade4-e46c436474dd" providerId="AD" clId="Web-{E410E69E-2296-B4F0-69DC-C11AF590ACAC}" dt="2025-07-25T08:54:24.430" v="55" actId="20577"/>
        <pc:sldMkLst>
          <pc:docMk/>
          <pc:sldMk cId="3355848354" sldId="270"/>
        </pc:sldMkLst>
        <pc:spChg chg="mod">
          <ac:chgData name="Amna Abid" userId="S::amna.abid@hcc-me.com::af33c583-802b-4035-ade4-e46c436474dd" providerId="AD" clId="Web-{E410E69E-2296-B4F0-69DC-C11AF590ACAC}" dt="2025-07-25T08:54:17.242" v="54" actId="20577"/>
          <ac:spMkLst>
            <pc:docMk/>
            <pc:sldMk cId="3355848354" sldId="270"/>
            <ac:spMk id="2" creationId="{E5C19054-36B2-8BE8-D2B1-D20EA7A98CA7}"/>
          </ac:spMkLst>
        </pc:spChg>
        <pc:spChg chg="mod">
          <ac:chgData name="Amna Abid" userId="S::amna.abid@hcc-me.com::af33c583-802b-4035-ade4-e46c436474dd" providerId="AD" clId="Web-{E410E69E-2296-B4F0-69DC-C11AF590ACAC}" dt="2025-07-25T08:54:24.430" v="55" actId="20577"/>
          <ac:spMkLst>
            <pc:docMk/>
            <pc:sldMk cId="3355848354" sldId="270"/>
            <ac:spMk id="3" creationId="{ED7A7489-CD88-C813-1463-B6F164FC53CC}"/>
          </ac:spMkLst>
        </pc:spChg>
      </pc:sldChg>
    </pc:docChg>
  </pc:docChgLst>
  <pc:docChgLst>
    <pc:chgData name="Ayman Mahmood" userId="S::ayman.mahmood@hcc.com.pk::898ac1e5-dc6b-4afd-bf4c-6c50cd5a9d91" providerId="AD" clId="Web-{3E382CE8-27BF-E800-3153-7815FC217C28}"/>
    <pc:docChg chg="delSld modSld">
      <pc:chgData name="Ayman Mahmood" userId="S::ayman.mahmood@hcc.com.pk::898ac1e5-dc6b-4afd-bf4c-6c50cd5a9d91" providerId="AD" clId="Web-{3E382CE8-27BF-E800-3153-7815FC217C28}" dt="2025-07-25T09:27:48.766" v="6"/>
      <pc:docMkLst>
        <pc:docMk/>
      </pc:docMkLst>
      <pc:sldChg chg="modSp">
        <pc:chgData name="Ayman Mahmood" userId="S::ayman.mahmood@hcc.com.pk::898ac1e5-dc6b-4afd-bf4c-6c50cd5a9d91" providerId="AD" clId="Web-{3E382CE8-27BF-E800-3153-7815FC217C28}" dt="2025-07-25T09:23:39.174" v="4" actId="20577"/>
        <pc:sldMkLst>
          <pc:docMk/>
          <pc:sldMk cId="0" sldId="259"/>
        </pc:sldMkLst>
        <pc:spChg chg="mod">
          <ac:chgData name="Ayman Mahmood" userId="S::ayman.mahmood@hcc.com.pk::898ac1e5-dc6b-4afd-bf4c-6c50cd5a9d91" providerId="AD" clId="Web-{3E382CE8-27BF-E800-3153-7815FC217C28}" dt="2025-07-25T09:23:39.174" v="4" actId="20577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Ayman Mahmood" userId="S::ayman.mahmood@hcc.com.pk::898ac1e5-dc6b-4afd-bf4c-6c50cd5a9d91" providerId="AD" clId="Web-{3E382CE8-27BF-E800-3153-7815FC217C28}" dt="2025-07-25T09:27:09.435" v="5"/>
        <pc:sldMkLst>
          <pc:docMk/>
          <pc:sldMk cId="0" sldId="261"/>
        </pc:sldMkLst>
      </pc:sldChg>
      <pc:sldChg chg="del">
        <pc:chgData name="Ayman Mahmood" userId="S::ayman.mahmood@hcc.com.pk::898ac1e5-dc6b-4afd-bf4c-6c50cd5a9d91" providerId="AD" clId="Web-{3E382CE8-27BF-E800-3153-7815FC217C28}" dt="2025-07-25T09:27:48.766" v="6"/>
        <pc:sldMkLst>
          <pc:docMk/>
          <pc:sldMk cId="195864356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 Descriptions – Foundation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HCC Technology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 dirty="0">
                <a:latin typeface="Calibri "/>
              </a:rPr>
              <a:t>Program</a:t>
            </a:r>
            <a:r>
              <a:rPr sz="2700" b="1" dirty="0">
                <a:latin typeface="Calibri "/>
              </a:rPr>
              <a:t> Head</a:t>
            </a:r>
            <a:r>
              <a:rPr lang="en-US" sz="2700" b="1" dirty="0">
                <a:latin typeface="Calibri "/>
              </a:rPr>
              <a:t>-Mohsin Idrees</a:t>
            </a:r>
            <a:endParaRPr sz="2700" b="1" dirty="0">
              <a:latin typeface="Calibri 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>
              <a:ea typeface="Calibri"/>
              <a:cs typeface="Calibri"/>
            </a:endParaRPr>
          </a:p>
          <a:p>
            <a:r>
              <a:rPr dirty="0"/>
              <a:t>Role: Oversee training, tech programs, procurement, and administration.</a:t>
            </a:r>
            <a:endParaRPr dirty="0">
              <a:ea typeface="Calibri"/>
              <a:cs typeface="Calibri"/>
            </a:endParaRPr>
          </a:p>
          <a:p>
            <a:r>
              <a:rPr dirty="0"/>
              <a:t>Responsibilities:</a:t>
            </a:r>
            <a:endParaRPr dirty="0">
              <a:ea typeface="Calibri"/>
              <a:cs typeface="Calibri"/>
            </a:endParaRPr>
          </a:p>
          <a:p>
            <a:r>
              <a:rPr dirty="0"/>
              <a:t>- Strategic oversight of departments</a:t>
            </a:r>
            <a:endParaRPr dirty="0">
              <a:ea typeface="Calibri"/>
              <a:cs typeface="Calibri"/>
            </a:endParaRPr>
          </a:p>
          <a:p>
            <a:r>
              <a:rPr dirty="0"/>
              <a:t>- Monitor program implementation</a:t>
            </a:r>
            <a:endParaRPr dirty="0">
              <a:ea typeface="Calibri"/>
              <a:cs typeface="Calibri"/>
            </a:endParaRPr>
          </a:p>
          <a:p>
            <a:r>
              <a:rPr dirty="0"/>
              <a:t>- Ensure reporting and documentation</a:t>
            </a:r>
            <a:endParaRPr dirty="0">
              <a:ea typeface="Calibri"/>
              <a:cs typeface="Calibri"/>
            </a:endParaRPr>
          </a:p>
          <a:p>
            <a:r>
              <a:rPr dirty="0"/>
              <a:t>- Support project design and inter-department collaboration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700" b="1" dirty="0">
                <a:latin typeface="+mn-lt"/>
              </a:rPr>
              <a:t>Procurement &amp; Administration Manager</a:t>
            </a:r>
            <a:r>
              <a:rPr lang="en-US" sz="2700" b="1" dirty="0">
                <a:latin typeface="+mn-lt"/>
              </a:rPr>
              <a:t> – Amna Abid</a:t>
            </a:r>
            <a:endParaRPr sz="27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78186" cy="4525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t>Reports To: </a:t>
            </a:r>
            <a:r>
              <a:rPr lang="en-US"/>
              <a:t>Program </a:t>
            </a:r>
            <a:r>
              <a:t>Head</a:t>
            </a:r>
            <a:endParaRPr lang="en-US">
              <a:ea typeface="Calibri"/>
              <a:cs typeface="Calibri"/>
            </a:endParaRPr>
          </a:p>
          <a:p>
            <a:r>
              <a:t>Role: Manage procurement, vendors, and administrative logistics.</a:t>
            </a:r>
          </a:p>
          <a:p>
            <a:r>
              <a:t>Responsibilities:</a:t>
            </a:r>
          </a:p>
          <a:p>
            <a:r>
              <a:t>- Timely procurement and vendor management</a:t>
            </a:r>
          </a:p>
          <a:p>
            <a:r>
              <a:t>- Oversee training logistics</a:t>
            </a:r>
          </a:p>
          <a:p>
            <a:r>
              <a:t>- Supervise assistants and interns</a:t>
            </a:r>
          </a:p>
          <a:p>
            <a:r>
              <a:t>- Maintain office policies and inventories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700" b="1" dirty="0">
                <a:latin typeface="+mn-lt"/>
              </a:rPr>
              <a:t>Procurement &amp; Administration Assistant</a:t>
            </a:r>
            <a:r>
              <a:rPr lang="en-US" sz="2700" b="1" dirty="0">
                <a:latin typeface="+mn-lt"/>
              </a:rPr>
              <a:t>- Zainab Naveed</a:t>
            </a:r>
            <a:endParaRPr sz="27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Reports To: Procurement &amp; Admin Manager</a:t>
            </a:r>
          </a:p>
          <a:p>
            <a:r>
              <a:t>Role: Support documentation, logistics, and daily admin tasks.</a:t>
            </a:r>
          </a:p>
          <a:p>
            <a:r>
              <a:t>Responsibilities:</a:t>
            </a:r>
          </a:p>
          <a:p>
            <a:r>
              <a:t>- Process purchase requests and vendor communication</a:t>
            </a:r>
          </a:p>
          <a:p>
            <a:r>
              <a:t>- Maintain records and support logistics</a:t>
            </a:r>
          </a:p>
          <a:p>
            <a:r>
              <a:t>- Assist in training arrangements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700" b="1" dirty="0">
                <a:latin typeface="+mn-lt"/>
              </a:rPr>
              <a:t>Marketing &amp; Promotion</a:t>
            </a:r>
            <a:r>
              <a:rPr lang="en-US" sz="2700" b="1" dirty="0">
                <a:latin typeface="+mn-lt"/>
              </a:rPr>
              <a:t>- Ayman Naveed</a:t>
            </a:r>
            <a:endParaRPr sz="27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Reports To: Procurement &amp; Admin Manager</a:t>
            </a:r>
          </a:p>
          <a:p>
            <a:r>
              <a:rPr dirty="0"/>
              <a:t>Role: Increase outreach and visibility of programs.</a:t>
            </a:r>
          </a:p>
          <a:p>
            <a:r>
              <a:rPr dirty="0"/>
              <a:t>Responsibilities:</a:t>
            </a:r>
          </a:p>
          <a:p>
            <a:r>
              <a:rPr dirty="0"/>
              <a:t>- Create content for social media and website</a:t>
            </a:r>
          </a:p>
          <a:p>
            <a:r>
              <a:rPr dirty="0"/>
              <a:t>- Design digital flyers and newsletters</a:t>
            </a:r>
          </a:p>
          <a:p>
            <a:r>
              <a:rPr dirty="0"/>
              <a:t>- Manage public communication and event 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 dirty="0">
                <a:latin typeface="+mn-lt"/>
              </a:rPr>
              <a:t>Program</a:t>
            </a:r>
            <a:r>
              <a:rPr sz="2700" b="1" dirty="0">
                <a:latin typeface="+mn-lt"/>
              </a:rPr>
              <a:t> Manager</a:t>
            </a:r>
            <a:r>
              <a:rPr lang="en-US" sz="2700" b="1" dirty="0">
                <a:latin typeface="+mn-lt"/>
              </a:rPr>
              <a:t>- Mohsin Idrees</a:t>
            </a:r>
            <a:endParaRPr sz="27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Reports To: </a:t>
            </a:r>
            <a:r>
              <a:rPr lang="en-GB"/>
              <a:t>Program</a:t>
            </a:r>
            <a:r>
              <a:t> Head</a:t>
            </a:r>
          </a:p>
          <a:p>
            <a:r>
              <a:t>Role: Lead training design and delivery.</a:t>
            </a:r>
            <a:endParaRPr>
              <a:ea typeface="Calibri"/>
              <a:cs typeface="Calibri"/>
            </a:endParaRPr>
          </a:p>
          <a:p>
            <a:r>
              <a:t>Responsibilities:</a:t>
            </a:r>
            <a:endParaRPr>
              <a:ea typeface="Calibri"/>
              <a:cs typeface="Calibri"/>
            </a:endParaRPr>
          </a:p>
          <a:p>
            <a:r>
              <a:t>- Plan and manage training programs</a:t>
            </a:r>
            <a:endParaRPr>
              <a:ea typeface="Calibri"/>
              <a:cs typeface="Calibri"/>
            </a:endParaRPr>
          </a:p>
          <a:p>
            <a:r>
              <a:t>- Supervise trainers, developers, interns</a:t>
            </a:r>
            <a:endParaRPr>
              <a:ea typeface="Calibri"/>
              <a:cs typeface="Calibri"/>
            </a:endParaRPr>
          </a:p>
          <a:p>
            <a:r>
              <a:t>- Evaluate training outcomes</a:t>
            </a:r>
            <a:endParaRPr>
              <a:ea typeface="Calibri"/>
              <a:cs typeface="Calibri"/>
            </a:endParaRPr>
          </a:p>
          <a:p>
            <a:r>
              <a:t>- Coordinate partnerships and certifications</a:t>
            </a: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 dirty="0">
                <a:latin typeface="+mn-lt"/>
              </a:rPr>
              <a:t>Developer- Sehrish Batool </a:t>
            </a:r>
            <a:endParaRPr sz="27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Reports To: Program Manager</a:t>
            </a:r>
          </a:p>
          <a:p>
            <a:r>
              <a:t>Role:</a:t>
            </a:r>
            <a:r>
              <a:rPr lang="en-US"/>
              <a:t> development of projects</a:t>
            </a:r>
            <a:r>
              <a:t>, support training, .</a:t>
            </a:r>
          </a:p>
          <a:p>
            <a:r>
              <a:t>Responsibilities (Developers):</a:t>
            </a:r>
          </a:p>
          <a:p>
            <a:r>
              <a:t>- Build learning platforms and digital tools</a:t>
            </a:r>
          </a:p>
          <a:p>
            <a:r>
              <a:t>- Provide technical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D3E5-D5C5-4E75-F695-D780C623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700" b="1" dirty="0">
                <a:latin typeface="+mn-lt"/>
                <a:ea typeface="Calibri"/>
                <a:cs typeface="Calibri"/>
              </a:rPr>
              <a:t>Board of Directors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5F6F9-80BF-DCB8-0300-50C356C07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GB" b="1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Role Summary: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 Provides strategic oversight and governance for the organization. Ensures long-term sustainability, financial health, and compliance with regulatory obligations.</a:t>
            </a:r>
            <a:endParaRPr lang="en-GB" dirty="0">
              <a:ea typeface="Calibri"/>
              <a:cs typeface="Calibri"/>
            </a:endParaRPr>
          </a:p>
          <a:p>
            <a:r>
              <a:rPr lang="en-GB" b="1" dirty="0">
                <a:ea typeface="+mn-lt"/>
                <a:cs typeface="+mn-lt"/>
              </a:rPr>
              <a:t>Key Responsibilities: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Define company vision, mission, and strategic goals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Approve budgets, policies, and major decisions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Monitor organizational performance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Ensure accountability of executive management</a:t>
            </a:r>
            <a:endParaRPr lang="en-GB" dirty="0"/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4079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F299-77B1-462A-A9C2-47F44BDB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 dirty="0">
                <a:latin typeface="+mn-lt"/>
                <a:ea typeface="+mj-lt"/>
                <a:cs typeface="+mj-lt"/>
              </a:rPr>
              <a:t>Finance Manager- Mahrukh Javaid</a:t>
            </a:r>
            <a:endParaRPr lang="en-GB" sz="2700" b="1" dirty="0"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9A3FB-E368-F314-6B4C-C70E4FD89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>
                <a:ea typeface="+mn-lt"/>
                <a:cs typeface="+mn-lt"/>
              </a:rPr>
              <a:t>Reports To:</a:t>
            </a:r>
            <a:r>
              <a:rPr lang="en-GB">
                <a:ea typeface="+mn-lt"/>
                <a:cs typeface="+mn-lt"/>
              </a:rPr>
              <a:t> Board of Directors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</a:t>
            </a:r>
            <a:r>
              <a:rPr lang="en-GB" b="1">
                <a:ea typeface="+mn-lt"/>
                <a:cs typeface="+mn-lt"/>
              </a:rPr>
              <a:t>Role:</a:t>
            </a:r>
            <a:r>
              <a:rPr lang="en-GB">
                <a:ea typeface="+mn-lt"/>
                <a:cs typeface="+mn-lt"/>
              </a:rPr>
              <a:t> Manage financial planning, compliance, and reporting for the organization.</a:t>
            </a:r>
            <a:endParaRPr lang="en-GB">
              <a:ea typeface="Calibri"/>
              <a:cs typeface="Calibri"/>
            </a:endParaRPr>
          </a:p>
          <a:p>
            <a:r>
              <a:rPr lang="en-GB" b="1">
                <a:ea typeface="+mn-lt"/>
                <a:cs typeface="+mn-lt"/>
              </a:rPr>
              <a:t>Responsibilities: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Prepare and monitor budgets and forecasts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Ensure tax, audit, and regulatory compliance</a:t>
            </a:r>
            <a:endParaRPr lang="en-GB"/>
          </a:p>
          <a:p>
            <a:r>
              <a:rPr lang="en-GB">
                <a:ea typeface="+mn-lt"/>
                <a:cs typeface="+mn-lt"/>
              </a:rPr>
              <a:t>Generate financial reports and analysis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Supervise accounting processes and team</a:t>
            </a: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646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C076-F1C3-7083-842C-B5F128B5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 dirty="0">
                <a:latin typeface="+mn-lt"/>
                <a:ea typeface="+mj-lt"/>
                <a:cs typeface="+mj-lt"/>
              </a:rPr>
              <a:t>Legal Manager- Huma Rauf</a:t>
            </a:r>
            <a:endParaRPr lang="en-US" sz="2700" b="1" dirty="0">
              <a:latin typeface="+mn-lt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F0428-0D9C-CC16-ED2B-988828254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b="1">
                <a:ea typeface="+mn-lt"/>
                <a:cs typeface="+mn-lt"/>
              </a:rPr>
              <a:t>Reports To:</a:t>
            </a:r>
            <a:r>
              <a:rPr lang="en-GB">
                <a:ea typeface="+mn-lt"/>
                <a:cs typeface="+mn-lt"/>
              </a:rPr>
              <a:t> Board of Directors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</a:t>
            </a:r>
            <a:r>
              <a:rPr lang="en-GB" b="1">
                <a:ea typeface="+mn-lt"/>
                <a:cs typeface="+mn-lt"/>
              </a:rPr>
              <a:t>Role:</a:t>
            </a:r>
            <a:r>
              <a:rPr lang="en-GB">
                <a:ea typeface="+mn-lt"/>
                <a:cs typeface="+mn-lt"/>
              </a:rPr>
              <a:t> Oversee all legal affairs and ensure the organization operates within the law.</a:t>
            </a:r>
            <a:endParaRPr lang="en-GB">
              <a:ea typeface="Calibri"/>
              <a:cs typeface="Calibri"/>
            </a:endParaRPr>
          </a:p>
          <a:p>
            <a:r>
              <a:rPr lang="en-GB" b="1">
                <a:ea typeface="+mn-lt"/>
                <a:cs typeface="+mn-lt"/>
              </a:rPr>
              <a:t>Responsibilities: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Draft and review contracts and legal agreements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Advise leadership on legal risks and strategies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Ensure compliance with legal regulations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Manage disputes and coordinate with legal counsel</a:t>
            </a: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6157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0C77-22BD-034C-94E6-BF65A578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 b="1">
                <a:ea typeface="Calibri"/>
                <a:cs typeface="Calibri"/>
              </a:rPr>
              <a:t>Accountant – Maham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258EB-A26B-3EDF-46AA-5D10D6BE2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GB" b="1">
              <a:ea typeface="Calibri"/>
              <a:cs typeface="Calibri"/>
            </a:endParaRPr>
          </a:p>
          <a:p>
            <a:r>
              <a:rPr lang="en-GB" b="1">
                <a:ea typeface="+mn-lt"/>
                <a:cs typeface="+mn-lt"/>
              </a:rPr>
              <a:t>Reports To:</a:t>
            </a:r>
            <a:r>
              <a:rPr lang="en-GB">
                <a:ea typeface="+mn-lt"/>
                <a:cs typeface="+mn-lt"/>
              </a:rPr>
              <a:t> Finance Manager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</a:t>
            </a:r>
            <a:r>
              <a:rPr lang="en-GB" b="1">
                <a:ea typeface="+mn-lt"/>
                <a:cs typeface="+mn-lt"/>
              </a:rPr>
              <a:t>Role:</a:t>
            </a:r>
            <a:r>
              <a:rPr lang="en-GB">
                <a:ea typeface="+mn-lt"/>
                <a:cs typeface="+mn-lt"/>
              </a:rPr>
              <a:t> Maintain accurate financial records and support reporting activities.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Responsibilities: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Record daily transactions and reconcile accounts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Manage invoices, payroll, and expense reports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Assist with audits and tax filings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Support month-end closings and report preparation</a:t>
            </a: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026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9054-36B2-8BE8-D2B1-D20EA7A9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700" b="1" dirty="0">
                <a:ea typeface="Calibri"/>
                <a:cs typeface="Calibri"/>
              </a:rPr>
              <a:t>Associate – Umair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A7489-CD88-C813-1463-B6F164FC5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endParaRPr lang="en-GB" b="1">
              <a:ea typeface="Calibri"/>
              <a:cs typeface="Calibri"/>
            </a:endParaRPr>
          </a:p>
          <a:p>
            <a:r>
              <a:rPr lang="en-GB" b="1">
                <a:ea typeface="+mn-lt"/>
                <a:cs typeface="+mn-lt"/>
              </a:rPr>
              <a:t>Reports To:</a:t>
            </a:r>
            <a:r>
              <a:rPr lang="en-GB">
                <a:ea typeface="+mn-lt"/>
                <a:cs typeface="+mn-lt"/>
              </a:rPr>
              <a:t> Legal Manager</a:t>
            </a:r>
            <a:br>
              <a:rPr lang="en-GB">
                <a:ea typeface="+mn-lt"/>
                <a:cs typeface="+mn-lt"/>
              </a:rPr>
            </a:br>
            <a:r>
              <a:rPr lang="en-GB" b="1">
                <a:ea typeface="+mn-lt"/>
                <a:cs typeface="+mn-lt"/>
              </a:rPr>
              <a:t>Role:</a:t>
            </a:r>
            <a:r>
              <a:rPr lang="en-GB">
                <a:ea typeface="+mn-lt"/>
                <a:cs typeface="+mn-lt"/>
              </a:rPr>
              <a:t> Provide legal and administrative support for the legal department.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Responsibilities: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Draft and organize legal documents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Conduct legal research and assist in case preparation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Maintain filing systems and internal compliance</a:t>
            </a:r>
            <a:endParaRPr lang="en-GB"/>
          </a:p>
          <a:p>
            <a:r>
              <a:rPr lang="en-GB">
                <a:ea typeface="+mn-lt"/>
                <a:cs typeface="+mn-lt"/>
              </a:rPr>
              <a:t>Assist in correspondence and communication tasks</a:t>
            </a: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584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</vt:lpstr>
      <vt:lpstr>Office Theme</vt:lpstr>
      <vt:lpstr>Job Descriptions – Foundation Structure</vt:lpstr>
      <vt:lpstr>Program Head-Mohsin Idrees</vt:lpstr>
      <vt:lpstr>Procurement &amp; Administration Manager – Amna Abid</vt:lpstr>
      <vt:lpstr>Procurement &amp; Administration Assistant- Zainab Naveed</vt:lpstr>
      <vt:lpstr>Marketing &amp; Promotion- Ayman Naveed</vt:lpstr>
      <vt:lpstr>Program Manager- Mohsin Idrees</vt:lpstr>
      <vt:lpstr>Developer- Sehrish Batool </vt:lpstr>
      <vt:lpstr>Board of Directors</vt:lpstr>
      <vt:lpstr>Finance Manager- Mahrukh Javaid</vt:lpstr>
      <vt:lpstr>Legal Manager- Huma Rauf</vt:lpstr>
      <vt:lpstr>Accountant – Maham</vt:lpstr>
      <vt:lpstr>Associate – Umair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Amna Abid</dc:creator>
  <cp:keywords/>
  <dc:description>generated using python-pptx</dc:description>
  <cp:lastModifiedBy>Amna Abid</cp:lastModifiedBy>
  <cp:revision>1</cp:revision>
  <dcterms:created xsi:type="dcterms:W3CDTF">2013-01-27T09:14:16Z</dcterms:created>
  <dcterms:modified xsi:type="dcterms:W3CDTF">2025-08-11T08:12:02Z</dcterms:modified>
  <cp:category/>
</cp:coreProperties>
</file>